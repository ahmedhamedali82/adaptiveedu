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1B3A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E8C7E"/>
                </a:solidFill>
                <a:latin typeface="Calibri"/>
              </a:rPr>
              <a:t>DEPI GRADUATION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6949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880360"/>
            <a:ext cx="6949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A Telegram study bot for 1st Secondary.
The next lesson. A short quiz.
Pass to continue. Fail to retry simpler.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63440"/>
            <a:ext cx="6949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n8n  ·  two Google Sheets  ·  Telegram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1 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01168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2  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60604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3  Two Google Sheets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320040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4  n8n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379476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5  Pass / Fail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438912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6  2-week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498348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7 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Graduation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WHY THIS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Problem and 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FF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521208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C2430"/>
                </a:solidFill>
                <a:latin typeface="Calibri"/>
              </a:rPr>
              <a:t>One class. One pace. One book.
A student who fails a lesson still moves on.
A teacher cannot follow every student by hand.
We need a simple path:
finish this lesson before the next one.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051560"/>
            <a:ext cx="91440" cy="521208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Solution — AdaptiveEdu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C2430"/>
                </a:solidFill>
                <a:latin typeface="Calibri"/>
              </a:rPr>
              <a:t>A Telegram bot linked to the real 1st Secondary list of subjects.
The student sends an ID.
The bot sends the lesson that is due.
Then a 3-question quiz.
Pass: next lesson.
Fail: same lesson, simpler text.
Still stuck: the teacher can step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Graduation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STUDENT JOURNEY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One path. Easy to demo.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188720"/>
            <a:ext cx="2194560" cy="50292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141732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14173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240280"/>
            <a:ext cx="19751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2744"/>
                </a:solidFill>
                <a:latin typeface="Calibri"/>
              </a:rPr>
              <a:t>Send 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3017520"/>
            <a:ext cx="1975104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2430"/>
                </a:solidFill>
                <a:latin typeface="Calibri"/>
              </a:rPr>
              <a:t>S1-1001
or
S1-1001 Integrated Sciences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06624" y="1188720"/>
            <a:ext cx="2194560" cy="502920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3864" y="141732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864" y="14173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2240280"/>
            <a:ext cx="19751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2744"/>
                </a:solidFill>
                <a:latin typeface="Calibri"/>
              </a:rPr>
              <a:t>Get lesson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6352" y="3017520"/>
            <a:ext cx="1975104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2430"/>
                </a:solidFill>
                <a:latin typeface="Calibri"/>
              </a:rPr>
              <a:t>Only the lesson
that is due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7488" y="1188720"/>
            <a:ext cx="2194560" cy="502920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24728" y="141732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24728" y="14173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2240280"/>
            <a:ext cx="19751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2744"/>
                </a:solidFill>
                <a:latin typeface="Calibri"/>
              </a:rPr>
              <a:t>Take quiz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7216" y="3017520"/>
            <a:ext cx="1975104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2430"/>
                </a:solidFill>
                <a:latin typeface="Calibri"/>
              </a:rPr>
              <a:t>Reply with
3 letters
C B 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88352" y="1188720"/>
            <a:ext cx="2194560" cy="502920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65592" y="141732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65592" y="14173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240280"/>
            <a:ext cx="19751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2744"/>
                </a:solidFill>
                <a:latin typeface="Calibri"/>
              </a:rPr>
              <a:t>See result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3017520"/>
            <a:ext cx="1975104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2430"/>
                </a:solidFill>
                <a:latin typeface="Calibri"/>
              </a:rPr>
              <a:t>Pass or Fail
saved in Sheets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29216" y="1188720"/>
            <a:ext cx="2194560" cy="5029200"/>
          </a:xfrm>
          <a:prstGeom prst="roundRect">
            <a:avLst>
              <a:gd name="adj" fmla="val 8000"/>
            </a:avLst>
          </a:prstGeom>
          <a:solidFill>
            <a:srgbClr val="FF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506456" y="141732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06456" y="14173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38944" y="2240280"/>
            <a:ext cx="19751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2744"/>
                </a:solidFill>
                <a:latin typeface="Calibri"/>
              </a:rPr>
              <a:t>Next step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38944" y="3017520"/>
            <a:ext cx="1975104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2430"/>
                </a:solidFill>
                <a:latin typeface="Calibri"/>
              </a:rPr>
              <a:t>Pass → next lesson
Fail → retry simple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Graduation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Two Google Sheets the bot uses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daptiveedu_two_shee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051560"/>
            <a:ext cx="4937760" cy="27774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1051560"/>
            <a:ext cx="6309360" cy="24688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051560"/>
            <a:ext cx="91440" cy="2468880"/>
          </a:xfrm>
          <a:prstGeom prst="rect">
            <a:avLst/>
          </a:prstGeom>
          <a:solidFill>
            <a:srgbClr val="1B3A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179576"/>
            <a:ext cx="5989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Sheet 1 — Students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54480"/>
            <a:ext cx="5989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Who is this student?
ID, first name, last name, email, grade.
n8n writes: Telegram chat, current lesson, last score, Pass/Fail.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03320"/>
            <a:ext cx="6309360" cy="256032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91440" cy="256032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31336"/>
            <a:ext cx="5989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Sheet 2 — Curriculum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989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Subjects: 1st Secondary list.
Lessons: ordered lessons + quiz answers.
Results: n8n appends every quiz (never update a row).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Graduation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SHEET LINKS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Open these in the 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1965960"/>
          </a:xfrm>
          <a:prstGeom prst="rect">
            <a:avLst/>
          </a:prstGeom>
          <a:solidFill>
            <a:srgbClr val="1B3A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11109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Students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11109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https://docs.google.com/spreadsheets/d/17A-hQ6jQ7QJrcZ4f5f02O82PKKAtQ2gTiJHtv71LWI4
Tab name: Students   ·   Match in n8n on studentID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200400"/>
            <a:ext cx="11430000" cy="306324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200400"/>
            <a:ext cx="91440" cy="306324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328416"/>
            <a:ext cx="11109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Curriculum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03320"/>
            <a:ext cx="11109960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https://docs.google.com/spreadsheets/d/10JNorDKgaesXGobuq_9sHipzRp-DOjxGAFZEV5D7Hwk
Tabs: Subjects (read)  ·  Lessons (read)  ·  Results (append only)
Pass mark in Lessons = 5. Score is out of 9 (3 questions × 3 points).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Graduation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N8N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The simplest workflow that still does the whole job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daptiveedu_n8n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11521440" cy="58536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58064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F2744"/>
                </a:solidFill>
                <a:latin typeface="Calibri"/>
              </a:rPr>
              <a:t>Two message types only.  ID  →  send lesson.    Three letters  →  grade quiz.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Graduation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N8N 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What each node does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6032" y="987552"/>
            <a:ext cx="1609344" cy="2633472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ele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097280"/>
            <a:ext cx="530352" cy="5303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10896" y="1700784"/>
            <a:ext cx="14996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F2744"/>
                </a:solidFill>
                <a:latin typeface="Calibri"/>
              </a:rPr>
              <a:t>Telegram 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" y="2340864"/>
            <a:ext cx="149961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1C2430"/>
                </a:solidFill>
                <a:latin typeface="Calibri"/>
              </a:rPr>
              <a:t>n8n-nodes-base.telegramTrigger
New student message.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56816" y="987552"/>
            <a:ext cx="1609344" cy="2633472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168" y="1097280"/>
            <a:ext cx="530352" cy="5303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1700784"/>
            <a:ext cx="14996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F2744"/>
                </a:solidFill>
                <a:latin typeface="Calibri"/>
              </a:rPr>
              <a:t>Read message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340864"/>
            <a:ext cx="149961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1C2430"/>
                </a:solidFill>
                <a:latin typeface="Calibri"/>
              </a:rPr>
              <a:t>n8n-nodes-base.code
ID or quiz answer?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0" y="987552"/>
            <a:ext cx="1609344" cy="2633472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7952" y="1097280"/>
            <a:ext cx="530352" cy="5303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12464" y="1700784"/>
            <a:ext cx="14996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F2744"/>
                </a:solidFill>
                <a:latin typeface="Calibri"/>
              </a:rPr>
              <a:t>IF student 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2464" y="2340864"/>
            <a:ext cx="149961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1C2430"/>
                </a:solidFill>
                <a:latin typeface="Calibri"/>
              </a:rPr>
              <a:t>n8n-nodes-base.if
true = ID  ·  false = quiz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58384" y="987552"/>
            <a:ext cx="1609344" cy="2633472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ee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8736" y="1097280"/>
            <a:ext cx="530352" cy="53035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413248" y="1700784"/>
            <a:ext cx="14996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F2744"/>
                </a:solidFill>
                <a:latin typeface="Calibri"/>
              </a:rPr>
              <a:t>Get students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340864"/>
            <a:ext cx="149961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1C2430"/>
                </a:solidFill>
                <a:latin typeface="Calibri"/>
              </a:rPr>
              <a:t>n8n-nodes-base.googleSheets
Read Students tab.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59168" y="987552"/>
            <a:ext cx="1609344" cy="2633472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hee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0" y="1097280"/>
            <a:ext cx="530352" cy="53035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114032" y="1700784"/>
            <a:ext cx="14996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F2744"/>
                </a:solidFill>
                <a:latin typeface="Calibri"/>
              </a:rPr>
              <a:t>Get lessons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2" y="2340864"/>
            <a:ext cx="149961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1C2430"/>
                </a:solidFill>
                <a:latin typeface="Calibri"/>
              </a:rPr>
              <a:t>n8n-nodes-base.googleSheets
Read Lessons tab.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59952" y="987552"/>
            <a:ext cx="1609344" cy="2633472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0304" y="1097280"/>
            <a:ext cx="530352" cy="53035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814816" y="1700784"/>
            <a:ext cx="14996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F2744"/>
                </a:solidFill>
                <a:latin typeface="Calibri"/>
              </a:rPr>
              <a:t>Pick next lesson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14816" y="2340864"/>
            <a:ext cx="149961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1C2430"/>
                </a:solidFill>
                <a:latin typeface="Calibri"/>
              </a:rPr>
              <a:t>n8n-nodes-base.code
Due lesson, or retry if Fail.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60736" y="987552"/>
            <a:ext cx="1609344" cy="2633472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hee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1088" y="1097280"/>
            <a:ext cx="530352" cy="53035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515600" y="1700784"/>
            <a:ext cx="14996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F2744"/>
                </a:solidFill>
                <a:latin typeface="Calibri"/>
              </a:rPr>
              <a:t>Save open lesson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2340864"/>
            <a:ext cx="149961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1C2430"/>
                </a:solidFill>
                <a:latin typeface="Calibri"/>
              </a:rPr>
              <a:t>n8n-nodes-base.googleSheets
Update current lesson.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6032" y="3776472"/>
            <a:ext cx="1609344" cy="2633472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tele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3886200"/>
            <a:ext cx="530352" cy="53035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10896" y="4489704"/>
            <a:ext cx="14996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F2744"/>
                </a:solidFill>
                <a:latin typeface="Calibri"/>
              </a:rPr>
              <a:t>Send lesson + quiz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" y="5129784"/>
            <a:ext cx="149961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1C2430"/>
                </a:solidFill>
                <a:latin typeface="Calibri"/>
              </a:rPr>
              <a:t>n8n-nodes-base.telegram
Lesson text + 3 questions.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956816" y="3776472"/>
            <a:ext cx="1609344" cy="2633472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shee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7168" y="3886200"/>
            <a:ext cx="530352" cy="53035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2011680" y="4489704"/>
            <a:ext cx="14996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F2744"/>
                </a:solidFill>
                <a:latin typeface="Calibri"/>
              </a:rPr>
              <a:t>Get students for quiz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11680" y="5129784"/>
            <a:ext cx="149961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1C2430"/>
                </a:solidFill>
                <a:latin typeface="Calibri"/>
              </a:rPr>
              <a:t>n8n-nodes-base.googleSheets
Find the student again.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7600" y="3776472"/>
            <a:ext cx="1609344" cy="2633472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hee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7952" y="3886200"/>
            <a:ext cx="530352" cy="53035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712464" y="4489704"/>
            <a:ext cx="14996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F2744"/>
                </a:solidFill>
                <a:latin typeface="Calibri"/>
              </a:rPr>
              <a:t>Get lessons for quiz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12464" y="5129784"/>
            <a:ext cx="149961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1C2430"/>
                </a:solidFill>
                <a:latin typeface="Calibri"/>
              </a:rPr>
              <a:t>n8n-nodes-base.googleSheets
Load answers to grade.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58384" y="3776472"/>
            <a:ext cx="1609344" cy="2633472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3886200"/>
            <a:ext cx="530352" cy="53035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413248" y="4489704"/>
            <a:ext cx="14996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F2744"/>
                </a:solidFill>
                <a:latin typeface="Calibri"/>
              </a:rPr>
              <a:t>Grade quiz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13248" y="5129784"/>
            <a:ext cx="149961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1C2430"/>
                </a:solidFill>
                <a:latin typeface="Calibri"/>
              </a:rPr>
              <a:t>n8n-nodes-base.code
Match A–D. Score / 9.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059168" y="3776472"/>
            <a:ext cx="1609344" cy="2633472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hee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0" y="3886200"/>
            <a:ext cx="530352" cy="53035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7114032" y="4489704"/>
            <a:ext cx="14996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F2744"/>
                </a:solidFill>
                <a:latin typeface="Calibri"/>
              </a:rPr>
              <a:t>Save score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14032" y="5129784"/>
            <a:ext cx="149961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1C2430"/>
                </a:solidFill>
                <a:latin typeface="Calibri"/>
              </a:rPr>
              <a:t>n8n-nodes-base.googleSheets
Update lastScore / lastResult.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59952" y="3776472"/>
            <a:ext cx="1609344" cy="2633472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shee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0304" y="3886200"/>
            <a:ext cx="530352" cy="53035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814816" y="4489704"/>
            <a:ext cx="14996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F2744"/>
                </a:solidFill>
                <a:latin typeface="Calibri"/>
              </a:rPr>
              <a:t>Append result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14816" y="5129784"/>
            <a:ext cx="149961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1C2430"/>
                </a:solidFill>
                <a:latin typeface="Calibri"/>
              </a:rPr>
              <a:t>n8n-nodes-base.googleSheets
Append one Results row.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60736" y="3776472"/>
            <a:ext cx="1609344" cy="2633472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tele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1088" y="3886200"/>
            <a:ext cx="530352" cy="53035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515600" y="4489704"/>
            <a:ext cx="14996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F2744"/>
                </a:solidFill>
                <a:latin typeface="Calibri"/>
              </a:rPr>
              <a:t>Send result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15600" y="5129784"/>
            <a:ext cx="149961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1C2430"/>
                </a:solidFill>
                <a:latin typeface="Calibri"/>
              </a:rPr>
              <a:t>n8n-nodes-base.telegram
Pass or Fail message.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Graduation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Pass, fail, and the teacher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521208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Pass  ·  5 or more /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C2430"/>
                </a:solidFill>
                <a:latin typeface="Calibri"/>
              </a:rPr>
              <a:t>The lesson is done.
Students sheet: lastResult = Pass.
Results sheet: one new row.
Next time the student sends the ID, the bot opens the next lesson number.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FF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051560"/>
            <a:ext cx="91440" cy="521208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Fail  ·  below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C2430"/>
                </a:solidFill>
                <a:latin typeface="Calibri"/>
              </a:rPr>
              <a:t>The lesson is not done.
Students sheet: lastResult = Fail.
The lesson number does not go up.
Next ID message: same lesson, simpler text.
If still stuck, a teacher can help by hand.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Graduation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Small stack. Easy to explain.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Telegram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The only student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n8n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Reads sheets, grades, sends.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Students sheet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Who the student is now.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Curriculum 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What to teach + quiz log.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24528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07408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Code nodes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8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Pick lesson. Grade A–D.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66176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GitHub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github.com/ahmedhamedali82/AdaptiveEdu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Graduation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Say this. Do this. 2 minutes.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11430000" cy="804672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197863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197863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161288"/>
            <a:ext cx="39319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Open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1161288"/>
            <a:ext cx="62179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Send: S1-1001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920239"/>
            <a:ext cx="11430000" cy="804672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2066543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066543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029967"/>
            <a:ext cx="39319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Show the bot reply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029967"/>
            <a:ext cx="62179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Lesson 1 text + 3 questions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788920"/>
            <a:ext cx="11430000" cy="804672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2935224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93522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898648"/>
            <a:ext cx="39319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Send answers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2898648"/>
            <a:ext cx="62179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C B A  (or any 3 letters)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657599"/>
            <a:ext cx="11430000" cy="804672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3803903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803903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3767327"/>
            <a:ext cx="39319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Open Students sheet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3767327"/>
            <a:ext cx="62179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lastScore and lastResult filled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4526279"/>
            <a:ext cx="11430000" cy="804672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672583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672583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636007"/>
            <a:ext cx="39319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Open Results 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4636007"/>
            <a:ext cx="62179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A new row was appended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5394960"/>
            <a:ext cx="11430000" cy="804672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5541264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54126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34440" y="5504688"/>
            <a:ext cx="39319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If Fail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5504688"/>
            <a:ext cx="62179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Send S1-1001 again → same lesson, simpler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Graduation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Two weeks to delivery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daptiveedu_milest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11430000" cy="64293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160" y="4937760"/>
            <a:ext cx="402336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1C2430"/>
                </a:solidFill>
                <a:latin typeface="Calibri"/>
              </a:rPr>
              <a:t>Week 1
Sheets live.
Import n8n JSON.
Connect Telegram + Sheets.
Demo ID → lesson.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79" y="4937760"/>
            <a:ext cx="402336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1C2430"/>
                </a:solidFill>
                <a:latin typeface="Calibri"/>
              </a:rPr>
              <a:t>Week 2
Grade quiz + Pass/Fail.
Test 3 IDs.
Video + this PPT.
Push GitHub and submit.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Graduation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SUBMIT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What the panel should see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Working 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Ask ID → lesson → quiz → sheet 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n8n 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AdaptiveEdu_Telegram_Bot.json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Two Sheets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Students + Curriculum links.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This PPT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Any teammate can present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24528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07408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GitHub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8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https://github.com/ahmedhamedali82/AdaptiveEdu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66176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Video 2–5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Problem → demo → Pass/Fail.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