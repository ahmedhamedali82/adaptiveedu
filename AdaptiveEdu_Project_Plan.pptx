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E8C7E"/>
                </a:solidFill>
                <a:latin typeface="Calibri"/>
              </a:rPr>
              <a:t>DEPI GRADUATION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949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AdaptiveEdu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6949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Personal lessons with LLM + n8n.
Not one fixed book for every student.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0"/>
            <a:ext cx="6949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4-week plan  ·  Proposal → Design → Build → Deliver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 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28600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2  n8n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92608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3  Tools &amp;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566159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4  4-week milestones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20624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5 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8463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6  Do this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WHY + 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Problem and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FF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521208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One fixed curriculum for all.
Same pace. Same examples.
Weak students fall behind.
Strong students get bored.
Teachers cannot rewrite every lesson by hand.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623560" cy="521208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91440" cy="521208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79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Solution — AdaptiveEdu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 personalized AI agent.
Student asks → agent builds content for that student.
Input: prompt + level + goal
Process: n8n + LLM + profile
Output: personal lesson + quiz
Learning fits the learner.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we will achieve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5623560" cy="24231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91440" cy="242316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2529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1  Personalize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53035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Generate content per student request and level.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97280"/>
            <a:ext cx="5623560" cy="24231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97280"/>
            <a:ext cx="91440" cy="242316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2529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2  Automate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600200"/>
            <a:ext cx="53035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Run the full flow in n8n with little manual 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03320"/>
            <a:ext cx="5623560" cy="24231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703320"/>
            <a:ext cx="91440" cy="242316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3133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3  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53035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Save each request and output for teacher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623560" cy="24231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91440" cy="242316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83133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4  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206240"/>
            <a:ext cx="53035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ZIP, PPT, docs, GitHub, 2–5 min video.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Student path + n8n nodes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rsonatutor_n8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11430000" cy="642937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5349240"/>
            <a:ext cx="1847088" cy="105156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5440680"/>
            <a:ext cx="17007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1 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5806440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Form / Telegram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04288" y="5349240"/>
            <a:ext cx="1847088" cy="1051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5440680"/>
            <a:ext cx="17007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2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5806440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Google Sheet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2816" y="5349240"/>
            <a:ext cx="1847088" cy="105156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5440680"/>
            <a:ext cx="17007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3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806440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Generate lesson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5349240"/>
            <a:ext cx="1847088" cy="1051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5440680"/>
            <a:ext cx="17007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4 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5806440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Code / Set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9872" y="5349240"/>
            <a:ext cx="1847088" cy="105156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024" y="5440680"/>
            <a:ext cx="17007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5 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5806440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Save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5349240"/>
            <a:ext cx="1847088" cy="1051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31552" y="5440680"/>
            <a:ext cx="17007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6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31552" y="5806440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Email / Telegram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PROMPT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Same structure. Different student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11430000" cy="521208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C2430"/>
                </a:solidFill>
                <a:latin typeface="Calibri"/>
              </a:rPr>
              <a:t>Role: You are a school tutor in Egypt.
Student: {{name}}  ·  Level: {{level}}  ·  Subject: {{subject}}
Request: {{student_prompt}}
Task: Create a short personal lesson.
Format:
1) Title
2) 5 key points (simple English)
3) One Egypt school example
4) 3 practice questions
5) One tip for next study session
Rules: No fake facts. If unsure, say so. Keep under 350 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TOOLS &amp;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Stack + what success looks like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278892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n8n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Workflow: trigger → LLM → send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051560"/>
            <a:ext cx="278892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55448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ChatGPT / Gemini / Groq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051560"/>
            <a:ext cx="278892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Profiles + activity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51560"/>
            <a:ext cx="2788920" cy="22860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051560"/>
            <a:ext cx="91440" cy="228600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17957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Telegram / Gmail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55448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Ask and deliver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6118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611880"/>
            <a:ext cx="91440" cy="265176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7398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Working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0"/>
            <a:ext cx="2468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Ask → personal lesson arrives.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6118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0" y="3611880"/>
            <a:ext cx="91440" cy="265176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37398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Workflow JSON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114800"/>
            <a:ext cx="2468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Importable n8n + AI node.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6118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611880"/>
            <a:ext cx="91440" cy="265176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7398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Teacher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114800"/>
            <a:ext cx="2468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Sheet of requests/outputs.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3611880"/>
            <a:ext cx="2788920" cy="265176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3611880"/>
            <a:ext cx="91440" cy="265176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37398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DEPI package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114800"/>
            <a:ext cx="2468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ZIP, PPT, docs, GitHub, video.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MILESTONES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4-week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2788920" cy="512064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91440" cy="512064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252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Week 1
Proposal +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24688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Problem, objectives, tools, outcomes.
Team roles. Fixed GitHub URL.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097280"/>
            <a:ext cx="2788920" cy="512064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097280"/>
            <a:ext cx="91440" cy="5120640"/>
          </a:xfrm>
          <a:prstGeom prst="rect">
            <a:avLst/>
          </a:prstGeom>
          <a:solidFill>
            <a:srgbClr val="1B3A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2252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Week 2
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600200"/>
            <a:ext cx="24688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n8n canvas. Prompt templates.
Sheet columns. User 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097280"/>
            <a:ext cx="2788920" cy="5120640"/>
          </a:xfrm>
          <a:prstGeom prst="roundRect">
            <a:avLst>
              <a:gd name="adj" fmla="val 8000"/>
            </a:avLst>
          </a:prstGeom>
          <a:solidFill>
            <a:srgbClr val="FF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097280"/>
            <a:ext cx="91440" cy="5120640"/>
          </a:xfrm>
          <a:prstGeom prst="rect">
            <a:avLst/>
          </a:prstGeom>
          <a:solidFill>
            <a:srgbClr val="E87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2252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Week 3
Build +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00200"/>
            <a:ext cx="24688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Trigger → profile → LLM → send.
Test 3 student personas.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788920" cy="5120640"/>
          </a:xfrm>
          <a:prstGeom prst="roundRect">
            <a:avLst>
              <a:gd name="adj" fmla="val 8000"/>
            </a:avLst>
          </a:prstGeom>
          <a:solidFill>
            <a:srgbClr val="E6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097280"/>
            <a:ext cx="91440" cy="5120640"/>
          </a:xfrm>
          <a:prstGeom prst="rect">
            <a:avLst/>
          </a:prstGeom>
          <a:solidFill>
            <a:srgbClr val="2E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22529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Week 4
Docs + delivery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600200"/>
            <a:ext cx="24688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Docs, final PPT, 2–5 min video.
ZIP + defense prep.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DELIVERABLES &amp; ROLES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What we submit  ·  who does what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5156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5156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Source 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n8n JSON + prompts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05156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05156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Final PPT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5544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DEPI panel deck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05156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05156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17957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Full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544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Proposal + user guide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74320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4320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7121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24612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Create early. Never change URL.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274320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274320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8" y="287121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Video 2–5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324612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Problem → demo → 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274320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2743200"/>
            <a:ext cx="91440" cy="1554480"/>
          </a:xfrm>
          <a:prstGeom prst="rect">
            <a:avLst/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287121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744"/>
                </a:solidFill>
                <a:latin typeface="Calibri"/>
              </a:rPr>
              <a:t>15-min defense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24612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Each member’s role clear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663440"/>
            <a:ext cx="11430000" cy="1645920"/>
          </a:xfrm>
          <a:prstGeom prst="roundRect">
            <a:avLst>
              <a:gd name="adj" fmla="val 8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892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744"/>
                </a:solidFill>
                <a:latin typeface="Calibri"/>
              </a:rPr>
              <a:t>Team roles (fill names later)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2430"/>
                </a:solidFill>
                <a:latin typeface="Calibri"/>
              </a:rPr>
              <a:t>Leader: deadlines + GitHub  ·  n8n: workflow  ·  Prompts: templates  ·  Docs/video: PPT + film  ·  QA: tests + sheet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6601968"/>
            <a:ext cx="12081967" cy="25603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9144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6676"/>
                </a:solidFill>
                <a:latin typeface="Calibri"/>
              </a:rPr>
              <a:t>AdaptiveEdu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2744"/>
                </a:solidFill>
                <a:latin typeface="Calibri"/>
              </a:rPr>
              <a:t>DO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"/>
            <a:ext cx="11338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1"/>
                </a:solidFill>
                <a:latin typeface="Calibri"/>
              </a:rPr>
              <a:t>Then we write the proposal document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04672"/>
            <a:ext cx="1280160" cy="54864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29844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29844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234439"/>
            <a:ext cx="4114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Confirm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234439"/>
            <a:ext cx="6035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AdaptiveEdu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0312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30428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30428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240279"/>
            <a:ext cx="4114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Register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240279"/>
            <a:ext cx="6035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Form before deadline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10896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331012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101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246120"/>
            <a:ext cx="4114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Create 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246120"/>
            <a:ext cx="6035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Empty repo. Link stays forever.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11480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31596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31596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51960"/>
            <a:ext cx="4114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Draft proposal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251960"/>
            <a:ext cx="6035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Problem · objectives · tools · outcomes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512064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E4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32180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0E8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32180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257800"/>
            <a:ext cx="4114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744"/>
                </a:solidFill>
                <a:latin typeface="Calibri"/>
              </a:rPr>
              <a:t>Sketch n8n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5257800"/>
            <a:ext cx="6035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430"/>
                </a:solidFill>
                <a:latin typeface="Calibri"/>
              </a:rPr>
              <a:t>6 nodes on paper. Build in Week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