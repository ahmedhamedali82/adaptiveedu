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.me/AdaptiveEdubot" TargetMode="External"/><Relationship Id="rId3" Type="http://schemas.openxmlformats.org/officeDocument/2006/relationships/hyperlink" Target="https://github.com/ahmedhamedali82/AdaptiveEdu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C7E"/>
                </a:solidFill>
                <a:latin typeface="Calibri"/>
              </a:rPr>
              <a:t>DEPI GRADUATION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6949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Telegram study bot for 1st Secondary.
Register → choose subject → AI lesson PDF
→ submit Excel quiz → Pass / Fail by email.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n8n  ·  Gemini  ·  3 Google Sheets  ·  Gmail  ·  Drive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C7E"/>
                </a:solidFill>
                <a:latin typeface="Calibri"/>
                <a:hlinkClick r:id="rId2"/>
              </a:rPr>
              <a:t>https://t.me/AdaptiveEdubot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E8C7E"/>
                </a:solidFill>
                <a:latin typeface="Calibri"/>
                <a:hlinkClick r:id="rId3"/>
              </a:rPr>
              <a:t>https://github.com/ahmedhamedali82/AdaptiveEdu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258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 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2  Student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231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3  3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718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  n8n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2043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5  Live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0690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6  Demo emails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6177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7  Pass /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1663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8  Deliverables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WHY 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Problem and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One class. One pace. One book.
A student who fails still moves on.
A teacher cannot follow every student by hand.
We need: finish this lesson before the next one — with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Solution — AdaptiveEdu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 live Telegram bot.
1) Student sends ID (ST005).
2) Chooses a subject code.
3) Gemini builds the next lesson as PDF + 10 MCQs.
4) Student uploads Excel answers.
5) Score saved. Email: Pass or Fail.
Bot: t.me/AdaptiveEdubot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STUDENT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Eight clear steps (demo path)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Open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Send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Pick subject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Send 4 = Philosophy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4984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Get lesson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PDF attached by email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37160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Study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Open PDF attachment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9768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Answer file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ST005_4_1.xlsx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2376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Upload Excel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On Telegram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4984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Result email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Pass (&gt;6) or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Three Google Sheets the bot uses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1  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Who is the student?
student_id
student_name
telegram_chat_id
email
status (waiting flag)
First login saves chat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051560"/>
            <a:ext cx="91440" cy="52120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2  Lessons_Data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What can we teach?
Tab subject:
1–8 subject codes
Tab Lessons_Data:
lesson_code + lesson_name
per subject
Next lesson = first not passed.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 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History log.
student + subject + lesson
date, grade, succeed
FILE_NAME
ANS_1 … ANS_10
Append / update each attempt.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SHEET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Open these in the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15544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https://docs.google.com/spreadsheets/d/1ddIwenYjiwKryP7Pogxe-7qsjKnTmtfCtAlDoplSn5Q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78892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693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Lessons_Data (subject + lessons)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https://docs.google.com/spreadsheets/d/1akeM65odle57kxtR7M5LqFMnxCsHX3M1cJKKltExFEg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26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526280"/>
            <a:ext cx="91440" cy="15544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5429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https://docs.google.com/spreadsheets/d/1II6ckyiKFucKsC38PC_0a9tH1h8H0JZe3qaclLxCExY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Register path (first time)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05840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155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1556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097280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1 Telegram 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097280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New message arrives.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75564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186537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86537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1847088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2 Get row by chat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847088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Look up Students_Data.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505456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615184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15184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596896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3 status ≠ waiting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596896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Treat as register / menu.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55264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364992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36499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346704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4 Search student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346704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Match text like ST005.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00507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14800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11480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096511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5 Update chat 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4096511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Save Telegram id once.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754879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4864607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864607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4846319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6 Show subjects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4846319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List 1–8 + upload tip.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50468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561441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61441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596127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7 Set waiting=1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5596127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Next message = subject or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Lesson path (subject code)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Subject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Text equals SUBJECT_CODE.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Read 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Find last passed lesson.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Pick next lesson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Code node get_file.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Block if 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Old lesson unanswered → error.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AI Agent (Gemini)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Markdown lesson + 10 answers.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HTML → PDFShift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 Request returns binary PDF.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Gmail + Telegram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Email PDF attachment + Excel name; Telegram notice.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Append progress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Open lesson row ready for grading.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Grade path (Excel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Document?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If message has a file.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Name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Must match ST###_sub_les.xlsx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Drive 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Upload → download → parse row.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Compare ANS_1..10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Capital letters vs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grade = correct count / 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Pass rule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Pass if grade &gt; 6  else Fail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Update sheet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Write grade + succeed flag.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Email + Telegram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Result mail + restudy tip if Fail.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Live workflow ADAPTIVE_14 (46 nodes) — successful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orkflow_n8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60120"/>
            <a:ext cx="11704320" cy="31203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Green path: register / subject list.  Message types: student ID  ·  subject code  ·  answers Excel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each tool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Telegram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 screen. Bot link on cover.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Orchestrates all paths.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Google Sheets ×3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Students, lessons, progress.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Gemini AI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Writes lesson +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PDFShift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HTML → binary PDF for email.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Gmail + Drive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Attach PDF + store answer files.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QUIZ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Exact Excel style the bot accepts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iz_excel_sty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11155680" cy="3346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Example for Ahmed (ST005), Philosophy (4), lesson 1  →  file name ST005_4_1.xlsx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TELEGRAM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Bot messages (subjects + validation)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_cha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2417616" cy="5394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09160" y="1051560"/>
            <a:ext cx="708660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795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What you should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After a valid ID, the bot lists subjects 1–8 and offers to upload an answers file.
Send a subject number (example: 4) to open the next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566160"/>
            <a:ext cx="7086600" cy="260604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3566160"/>
            <a:ext cx="91440" cy="260604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Validation messages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069080"/>
            <a:ext cx="676656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Wrong subject → “كود المادة غير موجود…”
Wrong / unknown student ID → “كود الطالب غير صحيح…”
These prove the Sheets checks are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LESSON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Telegram notice + Gmail with PDF attachment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sg_lesson_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05840"/>
            <a:ext cx="5394960" cy="2550345"/>
          </a:xfrm>
          <a:prstGeom prst="rect">
            <a:avLst/>
          </a:prstGeom>
        </p:spPr>
      </p:pic>
      <p:pic>
        <p:nvPicPr>
          <p:cNvPr id="11" name="Picture 10" descr="email_les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005840"/>
            <a:ext cx="5852160" cy="28975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744"/>
                </a:solidFill>
                <a:latin typeface="Calibri"/>
              </a:rPr>
              <a:t>Real email example: Philosophy &amp; Logic → Thinking Principles → PDF attachment → reply with ST005_4_1.xlsx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Same student — Fail then Pass emails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ail_f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577840" cy="2260550"/>
          </a:xfrm>
          <a:prstGeom prst="rect">
            <a:avLst/>
          </a:prstGeom>
        </p:spPr>
      </p:pic>
      <p:pic>
        <p:nvPicPr>
          <p:cNvPr id="11" name="Picture 10" descr="email_p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51560"/>
            <a:ext cx="5577840" cy="2260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91C1C"/>
                </a:solidFill>
                <a:latin typeface="Calibri"/>
              </a:rPr>
              <a:t>Fail example: 2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E8C5A"/>
                </a:solidFill>
                <a:latin typeface="Calibri"/>
              </a:rPr>
              <a:t>Pass example: 9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Rule in n8n: Pass if grade &gt; 6. Fail → restudy same lesson and upload again. Pass → next lesson_code opens.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Pass, fail, and what happens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Pass  ·  more than 6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1
grade saved with ANS_1…ANS_10
Email: “you are Pass”
Telegram: grading done.
Next subject request opens lesson_code + 1.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Fail  ·  6 or less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0
Email: “you are Fail”
Telegram: restudy and resend answers.
Same lesson stays open until Pass.
Wrong file name is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BOT + EMAIL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Key messages the panel can read aloud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sg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680023"/>
          </a:xfrm>
          <a:prstGeom prst="rect">
            <a:avLst/>
          </a:prstGeom>
        </p:spPr>
      </p:pic>
      <p:pic>
        <p:nvPicPr>
          <p:cNvPr id="11" name="Picture 10" descr="msg_gra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05840"/>
            <a:ext cx="5669280" cy="26800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064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676"/>
                </a:solidFill>
                <a:latin typeface="Calibri"/>
              </a:rPr>
              <a:t>Left: welcome + subject list after register.   Right: after Excel upload (before the result email).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the panel should see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Working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AdaptiveEdu.json (ADAPTIVE_14)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Students · Lessons · Progress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This PPT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Journey + n8n steps + live shots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Docs + video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Full write-up + 2–5 min 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github.com/ahmedhamedali82/AdaptiveEdu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Say this. Do this. ~3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8871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8871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1612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Telegram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1612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ST005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2023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05739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05739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2996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subject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2996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4 (Philosophy)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78892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92607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7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89864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Gmail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89864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PDF attachment + file name ST005_4_1.xlsx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59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79475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79475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76732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Excel 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76732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10 capital letters, no header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52627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6634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63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3600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Upload file on Telegram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63600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Bot confirms grading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3949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5321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5046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Pass or Fail email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5046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Then open student_progress 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